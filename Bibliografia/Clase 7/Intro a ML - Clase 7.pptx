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169fd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169fd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0af62a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0af62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9f6e248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9f6e24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f0fcf051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f0fcf051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0fcf05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f0fcf05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9f6e24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19f6e24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0ebd519b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0ebd519b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0ebd519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0ebd519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0ebd519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0ebd519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0ebd519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0ebd519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0ebd519b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0ebd519b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0ebd519b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0ebd519b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0ebd519b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0ebd519b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0ebd519b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0ebd519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0ebd519b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0ebd519b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0ebd519b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0ebd519b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0ebd519b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0ebd519b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4169fd9c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4169fd9c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4169fd9c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4169fd9c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169fd9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4169fd9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9525" y="808775"/>
            <a:ext cx="58911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MACHINE LEARNING</a:t>
            </a:r>
            <a:endParaRPr sz="4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pasada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65875" y="1112100"/>
            <a:ext cx="65964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b="1"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Árbol de decisión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Nodo Raíz, Nodos Internos, Ramas, Nodos Hoja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Supervisado (Clasificación y Regresión)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Fáciles de Interpretar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Proceso de división de los árboles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b="1"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Caso de estudio: El Titanic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Unidad 2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CLASIFICADOR DE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ÁRBOLES Y MÉTRICAS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77" name="Google Shape;77;p1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65875" y="928525"/>
            <a:ext cx="7470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Preprocesamiento: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Imputación de nulos y Encoding Categórico.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División de datos y fit().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 de Overfitting: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Comparación de 3 modelos (Base, max_depth=2, max_depth=4).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Evaluación: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Matriz de Confusión y Métricas Clave.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1511" y="3279250"/>
            <a:ext cx="2440975" cy="17107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5" name="Google Shape;85;p1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65875" y="788660"/>
            <a:ext cx="7470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1: Preprocesamiento - Imputación de Nulos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Cargamos los datos (train.csv).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Detectamos nulos: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train_df.isnull().sum()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177 faltantes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Cabin: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687 faltantes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Embarked: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 faltantes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Estrategia de Relleno: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Rellenar con la media (mean()).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Embarked: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Rellenar con la moda ("S").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Cabin: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Tiene 77% de datos faltantes. Se debe eliminar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2" name="Google Shape;92;p1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465875" y="788660"/>
            <a:ext cx="74703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2: Preprocesamiento - Encoding Categórico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necesita números, no texto.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Sex (Binario):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LabelEncoder.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sklearn import preprocessing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label_encoder.fit_transform(train_df["Sex"])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'female' -&gt; 0, 'male' -&gt; 1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Embarked (Multiclase):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pd.get_dummies.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pd.get_dummies(train_df, columns=['Embarked'])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 Embarked_C, Embarked_Q, Embarked_S.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9" name="Google Shape;99;p2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465875" y="788660"/>
            <a:ext cx="7470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</a:t>
            </a: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pd.get_dummies.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850" y="1794788"/>
            <a:ext cx="7470299" cy="209553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7" name="Google Shape;107;p2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465875" y="788660"/>
            <a:ext cx="74703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3: Preprocesamiento - Selección de Features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Limpiamos las columnas que no aportan patrones o tienen problemas: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train_df.drop(['PassengerId', 'Name', 'Ticket', 'Cabin'], axis=1)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Separamos X (Features) e y (Target):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=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train_df.drop('Survived', axis=1)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train_df['Survived']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14" name="Google Shape;114;p2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465875" y="788660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4: División de Datos (Train/Test Split)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sklearn.model_selection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train_test_split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X_train, X_test, y_train, y_test =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train_test_split(X, y, test_size=0.2, random_state=42, stratify=y)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Parámetros Clave: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test_size=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0.2: 20% de los datos para prueba, 80% para entrenamiento.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stratify=y: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Asegura que la proporción de "Sobrevivió" / "No Sobrevivió" sea la misma en train y test.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1" name="Google Shape;121;p2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465875" y="788660"/>
            <a:ext cx="7470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5: Modelo 1 (Base) - ¡ALERTA DE OVERFITTING!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= DecisionTreeClassifier()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.fit(X_train, y_train)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Precisión en Entrenamiento: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0.9831 (98.3%)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Precisión en Prueba: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0.8045 (80.4%)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Diagnóstico: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"memorizó" los datos de entrenamiento (casi 100% de acierto), pero falla con datos nuevos. La diferencia de 18% es sobreajuste (overfitting).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8" name="Google Shape;128;p2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465875" y="788660"/>
            <a:ext cx="747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5: Modelo 1 (Base) - ¡ALERTA DE OVERFITTING!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738" y="1278935"/>
            <a:ext cx="4866523" cy="36189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6" name="Google Shape;136;p2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65875" y="788660"/>
            <a:ext cx="7470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6: Modelo 2 - Controlando el Overfitting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controlamos el sobreajuste? Limitando la profundidad del árbol.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modelo_2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DecisionTreeClassifier(max_depth=2)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Precisión en Entrenamiento: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0.8048 (80.5%)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Precisión en Prueba: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0.7598 (76.0%)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Diagnóstico: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sobreajuste desapareció (el gap es pequeño), pero el modelo es un poco simple.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43" name="Google Shape;143;p2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65875" y="788660"/>
            <a:ext cx="747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6: Modelo 2 - Controlando el Overfitting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113" y="1294485"/>
            <a:ext cx="6725766" cy="36189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1" name="Google Shape;151;p2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465875" y="788660"/>
            <a:ext cx="7470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7: Modelo 3 - Buscando balance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Probamos un punto medio, ni muy complejo, ni muy simple.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modelo_3 =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DecisionTreeClassifier(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max_depth=4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Precisión en Entrenamiento: 0.8413 (84.1%)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Precisión en Prueba: 0.7933 (79.3%)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Diagnóstico: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gap de sobreajuste es pequeño (84% vs 79%) y el rendimiento mejoró en aprox 4 puntos porcentuales en train y test.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8" name="Google Shape;158;p2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465875" y="788660"/>
            <a:ext cx="747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7: Modelo 3 - Buscando balance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113" y="1286710"/>
            <a:ext cx="6725766" cy="36189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66" name="Google Shape;166;p2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Árbol de decisión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465875" y="788650"/>
            <a:ext cx="56409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8: Evaluación (Modelo 3) - Matriz de Confusión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sklearn.metrics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import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confusion_matrix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sns.heatmap(cm, annot=True, fmt='d')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nos dice?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Verdaderos Positivos (TP):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Dijo "Sobrevivió" y acertó (ej. 38)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Verdaderos Negativos (TN):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Dijo "No Sobrevivió" y acertó (ej. 104)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Falsos Positivos (FP):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Dijo "Sobrevivió" y se equivocó (ej. 6)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Falsos Negativos (FN):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Dijo "No Sobrevivió" y se equivocó (ej. 31)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4650" y="1317391"/>
            <a:ext cx="2732425" cy="250871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4" name="Google Shape;174;p30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la clase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465875" y="1112100"/>
            <a:ext cx="65964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Árbol de decisión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Preprocesamiento: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Imputación de nulos y Encoding Categórico.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División de datos y fit().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 de Overfitting: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Comparación de 3 modelos (Base, max_depth=2, max_depth=4).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Evaluación: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Matriz de Confusión y Métricas Clave.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¿Consultas?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