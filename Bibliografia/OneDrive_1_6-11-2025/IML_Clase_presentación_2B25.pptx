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1E_1E0E34F6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73" r:id="rId5"/>
    <p:sldId id="274" r:id="rId6"/>
    <p:sldId id="277" r:id="rId7"/>
    <p:sldId id="278" r:id="rId8"/>
    <p:sldId id="279" r:id="rId9"/>
    <p:sldId id="283" r:id="rId10"/>
    <p:sldId id="286" r:id="rId11"/>
    <p:sldId id="287" r:id="rId12"/>
    <p:sldId id="288" r:id="rId13"/>
    <p:sldId id="289" r:id="rId14"/>
    <p:sldId id="290" r:id="rId15"/>
    <p:sldId id="292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398AD04-0D8B-7CBB-BB86-512BD37F76FD}" name="Mauricio Fronda" initials="MF" userId="S::mauricio.fronda@teclab.edu.ar::fd65cfa0-0007-4f6c-a11a-922b5ba405b8" providerId="AD"/>
  <p188:author id="{E138B51A-3322-4E56-EE96-9B710DE5F670}" name="GOSTE" initials="G" userId="GOSTE" providerId="None"/>
  <p188:author id="{39BAF436-37B1-0025-4DDE-9A4A42B5D32A}" name="Jessica Longo" initials="JL" userId="S::jessica.longo@teclab.edu.ar::22e640e2-a4d2-47fe-a984-5e8f5e452c55" providerId="AD"/>
  <p188:author id="{E6D85856-3416-F951-8D20-F0D447F91FE5}" name="Sara Aerts" initials="SA" userId="S::sara.aerts@teclab.edu.ar::574a07f9-ff6c-4a1f-9ec2-e2b05ae0438d" providerId="AD"/>
  <p188:author id="{A039188B-E213-6665-0FE3-289398272595}" name="Sofia Britez" initials="SB" userId="S::sofia.britez@teclab.edu.ar::b29de909-bbd3-40da-99b3-2a2f959e7c5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79E3"/>
    <a:srgbClr val="35495E"/>
    <a:srgbClr val="5B5C6C"/>
    <a:srgbClr val="FF5364"/>
    <a:srgbClr val="DEEBF7"/>
    <a:srgbClr val="ECF5FA"/>
    <a:srgbClr val="63A0D7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B5EBCF08-76BE-980C-E3E5-34B46F79F506}"/>
    <pc:docChg chg="modSld">
      <pc:chgData name="" userId="" providerId="" clId="Web-{B5EBCF08-76BE-980C-E3E5-34B46F79F506}" dt="2025-09-25T15:42:19.946" v="3" actId="20577"/>
      <pc:docMkLst>
        <pc:docMk/>
      </pc:docMkLst>
      <pc:sldChg chg="modSp">
        <pc:chgData name="" userId="" providerId="" clId="Web-{B5EBCF08-76BE-980C-E3E5-34B46F79F506}" dt="2025-09-25T15:42:19.946" v="3" actId="20577"/>
        <pc:sldMkLst>
          <pc:docMk/>
          <pc:sldMk cId="2935724033" sldId="288"/>
        </pc:sldMkLst>
        <pc:spChg chg="mod">
          <ac:chgData name="" userId="" providerId="" clId="Web-{B5EBCF08-76BE-980C-E3E5-34B46F79F506}" dt="2025-09-25T15:42:19.946" v="3" actId="20577"/>
          <ac:spMkLst>
            <pc:docMk/>
            <pc:sldMk cId="2935724033" sldId="288"/>
            <ac:spMk id="4" creationId="{8F7C1CA0-32F9-DD5F-9435-F3576CF29FD7}"/>
          </ac:spMkLst>
        </pc:spChg>
      </pc:sldChg>
    </pc:docChg>
  </pc:docChgLst>
  <pc:docChgLst>
    <pc:chgData name="Mauricio Fronda" userId="S::mauricio.fronda@teclab.edu.ar::fd65cfa0-0007-4f6c-a11a-922b5ba405b8" providerId="AD" clId="Web-{40EC259D-5186-85F2-EF0D-780D14110A1D}"/>
    <pc:docChg chg="modSld">
      <pc:chgData name="Mauricio Fronda" userId="S::mauricio.fronda@teclab.edu.ar::fd65cfa0-0007-4f6c-a11a-922b5ba405b8" providerId="AD" clId="Web-{40EC259D-5186-85F2-EF0D-780D14110A1D}" dt="2025-09-25T14:35:18.162" v="2"/>
      <pc:docMkLst>
        <pc:docMk/>
      </pc:docMkLst>
      <pc:sldChg chg="addSp modSp">
        <pc:chgData name="Mauricio Fronda" userId="S::mauricio.fronda@teclab.edu.ar::fd65cfa0-0007-4f6c-a11a-922b5ba405b8" providerId="AD" clId="Web-{40EC259D-5186-85F2-EF0D-780D14110A1D}" dt="2025-09-25T14:32:27.888" v="0"/>
        <pc:sldMkLst>
          <pc:docMk/>
          <pc:sldMk cId="940481521" sldId="273"/>
        </pc:sldMkLst>
        <pc:picChg chg="add mod">
          <ac:chgData name="Mauricio Fronda" userId="S::mauricio.fronda@teclab.edu.ar::fd65cfa0-0007-4f6c-a11a-922b5ba405b8" providerId="AD" clId="Web-{40EC259D-5186-85F2-EF0D-780D14110A1D}" dt="2025-09-25T14:32:27.888" v="0"/>
          <ac:picMkLst>
            <pc:docMk/>
            <pc:sldMk cId="940481521" sldId="273"/>
            <ac:picMk id="2" creationId="{5D9DBA00-3594-713B-F2B0-F57E48F95498}"/>
          </ac:picMkLst>
        </pc:picChg>
      </pc:sldChg>
      <pc:sldChg chg="addSp delSp modSp">
        <pc:chgData name="Mauricio Fronda" userId="S::mauricio.fronda@teclab.edu.ar::fd65cfa0-0007-4f6c-a11a-922b5ba405b8" providerId="AD" clId="Web-{40EC259D-5186-85F2-EF0D-780D14110A1D}" dt="2025-09-25T14:35:18.162" v="2"/>
        <pc:sldMkLst>
          <pc:docMk/>
          <pc:sldMk cId="4214246730" sldId="278"/>
        </pc:sldMkLst>
        <pc:picChg chg="add mod">
          <ac:chgData name="Mauricio Fronda" userId="S::mauricio.fronda@teclab.edu.ar::fd65cfa0-0007-4f6c-a11a-922b5ba405b8" providerId="AD" clId="Web-{40EC259D-5186-85F2-EF0D-780D14110A1D}" dt="2025-09-25T14:35:18.162" v="2"/>
          <ac:picMkLst>
            <pc:docMk/>
            <pc:sldMk cId="4214246730" sldId="278"/>
            <ac:picMk id="3" creationId="{0B351BD8-9AA8-7275-292E-39C308E39E53}"/>
          </ac:picMkLst>
        </pc:picChg>
      </pc:sldChg>
    </pc:docChg>
  </pc:docChgLst>
  <pc:docChgLst>
    <pc:chgData clId="Web-{40EC259D-5186-85F2-EF0D-780D14110A1D}"/>
    <pc:docChg chg="modSld">
      <pc:chgData name="" userId="" providerId="" clId="Web-{40EC259D-5186-85F2-EF0D-780D14110A1D}" dt="2025-09-25T14:32:15.324" v="0"/>
      <pc:docMkLst>
        <pc:docMk/>
      </pc:docMkLst>
      <pc:sldChg chg="delSp">
        <pc:chgData name="" userId="" providerId="" clId="Web-{40EC259D-5186-85F2-EF0D-780D14110A1D}" dt="2025-09-25T14:32:15.324" v="0"/>
        <pc:sldMkLst>
          <pc:docMk/>
          <pc:sldMk cId="940481521" sldId="273"/>
        </pc:sldMkLst>
      </pc:sldChg>
    </pc:docChg>
  </pc:docChgLst>
  <pc:docChgLst>
    <pc:chgData name="Sara Aerts" userId="S::sara.aerts@teclab.edu.ar::574a07f9-ff6c-4a1f-9ec2-e2b05ae0438d" providerId="AD" clId="Web-{F815C6FB-2A7A-CBFD-5A78-EC27A2443B02}"/>
    <pc:docChg chg="mod modSld">
      <pc:chgData name="Sara Aerts" userId="S::sara.aerts@teclab.edu.ar::574a07f9-ff6c-4a1f-9ec2-e2b05ae0438d" providerId="AD" clId="Web-{F815C6FB-2A7A-CBFD-5A78-EC27A2443B02}" dt="2025-09-25T17:42:18.261" v="2"/>
      <pc:docMkLst>
        <pc:docMk/>
      </pc:docMkLst>
      <pc:sldChg chg="modSp">
        <pc:chgData name="Sara Aerts" userId="S::sara.aerts@teclab.edu.ar::574a07f9-ff6c-4a1f-9ec2-e2b05ae0438d" providerId="AD" clId="Web-{F815C6FB-2A7A-CBFD-5A78-EC27A2443B02}" dt="2025-09-25T17:36:02.449" v="1" actId="1076"/>
        <pc:sldMkLst>
          <pc:docMk/>
          <pc:sldMk cId="2822295697" sldId="274"/>
        </pc:sldMkLst>
        <pc:picChg chg="mod">
          <ac:chgData name="Sara Aerts" userId="S::sara.aerts@teclab.edu.ar::574a07f9-ff6c-4a1f-9ec2-e2b05ae0438d" providerId="AD" clId="Web-{F815C6FB-2A7A-CBFD-5A78-EC27A2443B02}" dt="2025-09-25T17:36:02.449" v="1" actId="1076"/>
          <ac:picMkLst>
            <pc:docMk/>
            <pc:sldMk cId="2822295697" sldId="274"/>
            <ac:picMk id="2" creationId="{B7ADF666-D670-B379-0F08-65C971B45F31}"/>
          </ac:picMkLst>
        </pc:picChg>
      </pc:sldChg>
    </pc:docChg>
  </pc:docChgLst>
  <pc:docChgLst>
    <pc:chgData name="Mauricio Fronda" userId="S::mauricio.fronda@teclab.edu.ar::fd65cfa0-0007-4f6c-a11a-922b5ba405b8" providerId="AD" clId="Web-{ADCDFD63-3EA6-A0F6-D4FA-FBDFB81321B0}"/>
    <pc:docChg chg="modSld">
      <pc:chgData name="Mauricio Fronda" userId="S::mauricio.fronda@teclab.edu.ar::fd65cfa0-0007-4f6c-a11a-922b5ba405b8" providerId="AD" clId="Web-{ADCDFD63-3EA6-A0F6-D4FA-FBDFB81321B0}" dt="2025-09-26T15:57:43.343" v="13"/>
      <pc:docMkLst>
        <pc:docMk/>
      </pc:docMkLst>
      <pc:sldChg chg="addSp delSp modSp">
        <pc:chgData name="Mauricio Fronda" userId="S::mauricio.fronda@teclab.edu.ar::fd65cfa0-0007-4f6c-a11a-922b5ba405b8" providerId="AD" clId="Web-{ADCDFD63-3EA6-A0F6-D4FA-FBDFB81321B0}" dt="2025-09-26T14:24:59.033" v="1"/>
        <pc:sldMkLst>
          <pc:docMk/>
          <pc:sldMk cId="3611914220" sldId="275"/>
        </pc:sldMkLst>
        <pc:picChg chg="add mod">
          <ac:chgData name="Mauricio Fronda" userId="S::mauricio.fronda@teclab.edu.ar::fd65cfa0-0007-4f6c-a11a-922b5ba405b8" providerId="AD" clId="Web-{ADCDFD63-3EA6-A0F6-D4FA-FBDFB81321B0}" dt="2025-09-26T14:24:59.033" v="1"/>
          <ac:picMkLst>
            <pc:docMk/>
            <pc:sldMk cId="3611914220" sldId="275"/>
            <ac:picMk id="3" creationId="{09212991-6407-03EB-EFEF-C7BECF8F0D4C}"/>
          </ac:picMkLst>
        </pc:picChg>
      </pc:sldChg>
      <pc:sldChg chg="addSp delSp modSp">
        <pc:chgData name="Mauricio Fronda" userId="S::mauricio.fronda@teclab.edu.ar::fd65cfa0-0007-4f6c-a11a-922b5ba405b8" providerId="AD" clId="Web-{ADCDFD63-3EA6-A0F6-D4FA-FBDFB81321B0}" dt="2025-09-26T14:25:44.597" v="3"/>
        <pc:sldMkLst>
          <pc:docMk/>
          <pc:sldMk cId="3277268914" sldId="282"/>
        </pc:sldMkLst>
        <pc:picChg chg="add mod">
          <ac:chgData name="Mauricio Fronda" userId="S::mauricio.fronda@teclab.edu.ar::fd65cfa0-0007-4f6c-a11a-922b5ba405b8" providerId="AD" clId="Web-{ADCDFD63-3EA6-A0F6-D4FA-FBDFB81321B0}" dt="2025-09-26T14:25:44.597" v="3"/>
          <ac:picMkLst>
            <pc:docMk/>
            <pc:sldMk cId="3277268914" sldId="282"/>
            <ac:picMk id="3" creationId="{837F9886-D229-0074-227B-3B7248A67A02}"/>
          </ac:picMkLst>
        </pc:picChg>
      </pc:sldChg>
      <pc:sldChg chg="addSp delSp modSp">
        <pc:chgData name="Mauricio Fronda" userId="S::mauricio.fronda@teclab.edu.ar::fd65cfa0-0007-4f6c-a11a-922b5ba405b8" providerId="AD" clId="Web-{ADCDFD63-3EA6-A0F6-D4FA-FBDFB81321B0}" dt="2025-09-26T14:26:42.990" v="9"/>
        <pc:sldMkLst>
          <pc:docMk/>
          <pc:sldMk cId="3507787069" sldId="284"/>
        </pc:sldMkLst>
        <pc:picChg chg="add mod">
          <ac:chgData name="Mauricio Fronda" userId="S::mauricio.fronda@teclab.edu.ar::fd65cfa0-0007-4f6c-a11a-922b5ba405b8" providerId="AD" clId="Web-{ADCDFD63-3EA6-A0F6-D4FA-FBDFB81321B0}" dt="2025-09-26T14:26:42.990" v="9"/>
          <ac:picMkLst>
            <pc:docMk/>
            <pc:sldMk cId="3507787069" sldId="284"/>
            <ac:picMk id="4" creationId="{B39B0932-B549-E718-C5E1-8A1CBD99C4F5}"/>
          </ac:picMkLst>
        </pc:picChg>
      </pc:sldChg>
      <pc:sldChg chg="addSp delSp modSp">
        <pc:chgData name="Mauricio Fronda" userId="S::mauricio.fronda@teclab.edu.ar::fd65cfa0-0007-4f6c-a11a-922b5ba405b8" providerId="AD" clId="Web-{ADCDFD63-3EA6-A0F6-D4FA-FBDFB81321B0}" dt="2025-09-26T15:57:43.343" v="13"/>
        <pc:sldMkLst>
          <pc:docMk/>
          <pc:sldMk cId="3974199393" sldId="285"/>
        </pc:sldMkLst>
        <pc:picChg chg="add mod">
          <ac:chgData name="Mauricio Fronda" userId="S::mauricio.fronda@teclab.edu.ar::fd65cfa0-0007-4f6c-a11a-922b5ba405b8" providerId="AD" clId="Web-{ADCDFD63-3EA6-A0F6-D4FA-FBDFB81321B0}" dt="2025-09-26T15:57:43.343" v="13"/>
          <ac:picMkLst>
            <pc:docMk/>
            <pc:sldMk cId="3974199393" sldId="285"/>
            <ac:picMk id="3" creationId="{680E1DB3-8B74-08BB-D6A6-1D5917482DAF}"/>
          </ac:picMkLst>
        </pc:picChg>
      </pc:sldChg>
      <pc:sldChg chg="addSp delSp modSp">
        <pc:chgData name="Mauricio Fronda" userId="S::mauricio.fronda@teclab.edu.ar::fd65cfa0-0007-4f6c-a11a-922b5ba405b8" providerId="AD" clId="Web-{ADCDFD63-3EA6-A0F6-D4FA-FBDFB81321B0}" dt="2025-09-26T14:28:25.694" v="11"/>
        <pc:sldMkLst>
          <pc:docMk/>
          <pc:sldMk cId="504247542" sldId="286"/>
        </pc:sldMkLst>
        <pc:picChg chg="add mod">
          <ac:chgData name="Mauricio Fronda" userId="S::mauricio.fronda@teclab.edu.ar::fd65cfa0-0007-4f6c-a11a-922b5ba405b8" providerId="AD" clId="Web-{ADCDFD63-3EA6-A0F6-D4FA-FBDFB81321B0}" dt="2025-09-26T14:28:25.694" v="11"/>
          <ac:picMkLst>
            <pc:docMk/>
            <pc:sldMk cId="504247542" sldId="286"/>
            <ac:picMk id="3" creationId="{D34E8FDE-44AB-A90B-8BF3-77903911A696}"/>
          </ac:picMkLst>
        </pc:picChg>
      </pc:sldChg>
    </pc:docChg>
  </pc:docChgLst>
  <pc:docChgLst>
    <pc:chgData name="Mauricio Fronda" userId="S::mauricio.fronda@teclab.edu.ar::fd65cfa0-0007-4f6c-a11a-922b5ba405b8" providerId="AD" clId="Web-{452D8989-A459-45D3-0BE5-58AF25D1A4C1}"/>
    <pc:docChg chg="modSld">
      <pc:chgData name="Mauricio Fronda" userId="S::mauricio.fronda@teclab.edu.ar::fd65cfa0-0007-4f6c-a11a-922b5ba405b8" providerId="AD" clId="Web-{452D8989-A459-45D3-0BE5-58AF25D1A4C1}" dt="2025-09-25T15:37:47.153" v="9" actId="20577"/>
      <pc:docMkLst>
        <pc:docMk/>
      </pc:docMkLst>
      <pc:sldChg chg="modSp">
        <pc:chgData name="Mauricio Fronda" userId="S::mauricio.fronda@teclab.edu.ar::fd65cfa0-0007-4f6c-a11a-922b5ba405b8" providerId="AD" clId="Web-{452D8989-A459-45D3-0BE5-58AF25D1A4C1}" dt="2025-09-25T15:23:07.427" v="0" actId="20577"/>
        <pc:sldMkLst>
          <pc:docMk/>
          <pc:sldMk cId="1675450301" sldId="277"/>
        </pc:sldMkLst>
        <pc:spChg chg="mod">
          <ac:chgData name="Mauricio Fronda" userId="S::mauricio.fronda@teclab.edu.ar::fd65cfa0-0007-4f6c-a11a-922b5ba405b8" providerId="AD" clId="Web-{452D8989-A459-45D3-0BE5-58AF25D1A4C1}" dt="2025-09-25T15:23:07.427" v="0" actId="20577"/>
          <ac:spMkLst>
            <pc:docMk/>
            <pc:sldMk cId="1675450301" sldId="277"/>
            <ac:spMk id="6" creationId="{FD43D517-8FC4-6923-A314-A630EE20443F}"/>
          </ac:spMkLst>
        </pc:spChg>
      </pc:sldChg>
      <pc:sldChg chg="modSp">
        <pc:chgData name="Mauricio Fronda" userId="S::mauricio.fronda@teclab.edu.ar::fd65cfa0-0007-4f6c-a11a-922b5ba405b8" providerId="AD" clId="Web-{452D8989-A459-45D3-0BE5-58AF25D1A4C1}" dt="2025-09-25T15:37:47.153" v="9" actId="20577"/>
        <pc:sldMkLst>
          <pc:docMk/>
          <pc:sldMk cId="2935724033" sldId="288"/>
        </pc:sldMkLst>
        <pc:spChg chg="mod">
          <ac:chgData name="Mauricio Fronda" userId="S::mauricio.fronda@teclab.edu.ar::fd65cfa0-0007-4f6c-a11a-922b5ba405b8" providerId="AD" clId="Web-{452D8989-A459-45D3-0BE5-58AF25D1A4C1}" dt="2025-09-25T15:37:47.153" v="9" actId="20577"/>
          <ac:spMkLst>
            <pc:docMk/>
            <pc:sldMk cId="2935724033" sldId="288"/>
            <ac:spMk id="4" creationId="{8F7C1CA0-32F9-DD5F-9435-F3576CF29FD7}"/>
          </ac:spMkLst>
        </pc:spChg>
      </pc:sldChg>
    </pc:docChg>
  </pc:docChgLst>
  <pc:docChgLst>
    <pc:chgData name="Mauricio Fronda" userId="S::mauricio.fronda@teclab.edu.ar::fd65cfa0-0007-4f6c-a11a-922b5ba405b8" providerId="AD" clId="Web-{B5EBCF08-76BE-980C-E3E5-34B46F79F506}"/>
    <pc:docChg chg="modSld">
      <pc:chgData name="Mauricio Fronda" userId="S::mauricio.fronda@teclab.edu.ar::fd65cfa0-0007-4f6c-a11a-922b5ba405b8" providerId="AD" clId="Web-{B5EBCF08-76BE-980C-E3E5-34B46F79F506}" dt="2025-09-25T15:43:08.404" v="0" actId="20577"/>
      <pc:docMkLst>
        <pc:docMk/>
      </pc:docMkLst>
      <pc:sldChg chg="modSp">
        <pc:chgData name="Mauricio Fronda" userId="S::mauricio.fronda@teclab.edu.ar::fd65cfa0-0007-4f6c-a11a-922b5ba405b8" providerId="AD" clId="Web-{B5EBCF08-76BE-980C-E3E5-34B46F79F506}" dt="2025-09-25T15:43:08.404" v="0" actId="20577"/>
        <pc:sldMkLst>
          <pc:docMk/>
          <pc:sldMk cId="2935724033" sldId="288"/>
        </pc:sldMkLst>
        <pc:spChg chg="mod">
          <ac:chgData name="Mauricio Fronda" userId="S::mauricio.fronda@teclab.edu.ar::fd65cfa0-0007-4f6c-a11a-922b5ba405b8" providerId="AD" clId="Web-{B5EBCF08-76BE-980C-E3E5-34B46F79F506}" dt="2025-09-25T15:43:08.404" v="0" actId="20577"/>
          <ac:spMkLst>
            <pc:docMk/>
            <pc:sldMk cId="2935724033" sldId="288"/>
            <ac:spMk id="4" creationId="{8F7C1CA0-32F9-DD5F-9435-F3576CF29FD7}"/>
          </ac:spMkLst>
        </pc:spChg>
      </pc:sldChg>
    </pc:docChg>
  </pc:docChgLst>
</pc:chgInfo>
</file>

<file path=ppt/comments/modernComment_11E_1E0E34F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B44C09-8EA1-4389-8AB9-E39E6082458B}" authorId="{39BAF436-37B1-0025-4DDE-9A4A42B5D32A}" created="2025-09-25T17:21:33.6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04247542" sldId="286"/>
      <ac:picMk id="2" creationId="{A21C4AAF-161C-B8D7-18B7-53A3BA34779D}"/>
    </ac:deMkLst>
    <p188:txBody>
      <a:bodyPr/>
      <a:lstStyle/>
      <a:p>
        <a:r>
          <a:rPr lang="en-US"/>
          <a:t>Cambiar a imagen actualizada de foro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9-25T17:44:32.168" authorId="{E6D85856-3416-F951-8D20-F0D447F91FE5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031E5-52D1-4CBA-9DCC-EB48980F07EB}" type="datetimeFigureOut">
              <a:t>23/10/2025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A6721-D86C-4111-9018-39203CF867CE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0240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E_1E0E34F6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447132E-6B94-8463-943D-61233944DBBC}"/>
              </a:ext>
            </a:extLst>
          </p:cNvPr>
          <p:cNvSpPr txBox="1"/>
          <p:nvPr/>
        </p:nvSpPr>
        <p:spPr>
          <a:xfrm>
            <a:off x="2534062" y="3480559"/>
            <a:ext cx="7112464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4400" b="1">
                <a:solidFill>
                  <a:srgbClr val="FFFFFF"/>
                </a:solidFill>
                <a:ea typeface="Calibri"/>
                <a:cs typeface="Calibri"/>
              </a:rPr>
              <a:t>NOMBRE DE LA MATERIA</a:t>
            </a:r>
            <a:endParaRPr lang="es-ES" sz="4400" b="1">
              <a:solidFill>
                <a:srgbClr val="FFFFFF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D9DBA00-3594-713B-F2B0-F57E48F95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2202032" y="3429000"/>
            <a:ext cx="80709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Introducción al machine </a:t>
            </a:r>
            <a:r>
              <a:rPr lang="es-ES" sz="4400" b="1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learning</a:t>
            </a:r>
            <a:endParaRPr lang="es-AR" sz="4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40481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D9259-F2F0-FA91-04C5-71C6DF55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B7ADF666-D670-B379-0F08-65C971B45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295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CAEAC-E13E-D313-37CB-650298FA3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5B962072-20B1-7399-6F6C-B72D156C7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C7B2DAC-9E59-0FA8-DF4E-DD4D5E71C571}"/>
              </a:ext>
            </a:extLst>
          </p:cNvPr>
          <p:cNvSpPr txBox="1"/>
          <p:nvPr/>
        </p:nvSpPr>
        <p:spPr>
          <a:xfrm>
            <a:off x="1727239" y="4780441"/>
            <a:ext cx="367225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200" b="1" dirty="0" smtClean="0">
                <a:solidFill>
                  <a:srgbClr val="FFFFFF"/>
                </a:solidFill>
                <a:ea typeface="Calibri"/>
                <a:cs typeface="Calibri"/>
              </a:rPr>
              <a:t>Lautaro </a:t>
            </a:r>
            <a:r>
              <a:rPr lang="es-ES" sz="2200" b="1" dirty="0" err="1" smtClean="0">
                <a:solidFill>
                  <a:srgbClr val="FFFFFF"/>
                </a:solidFill>
                <a:ea typeface="Calibri"/>
                <a:cs typeface="Calibri"/>
              </a:rPr>
              <a:t>Perez</a:t>
            </a:r>
            <a:endParaRPr lang="es-ES" sz="2200" b="1" dirty="0">
              <a:solidFill>
                <a:srgbClr val="FFFFFF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1214E22-F1C9-04F3-3816-70057096E250}"/>
              </a:ext>
            </a:extLst>
          </p:cNvPr>
          <p:cNvSpPr txBox="1"/>
          <p:nvPr/>
        </p:nvSpPr>
        <p:spPr>
          <a:xfrm>
            <a:off x="6534562" y="4780441"/>
            <a:ext cx="367225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200" b="1" dirty="0" smtClean="0">
                <a:solidFill>
                  <a:srgbClr val="FFFFFF"/>
                </a:solidFill>
                <a:ea typeface="Calibri"/>
                <a:cs typeface="Calibri"/>
              </a:rPr>
              <a:t>Andrés Escuadra</a:t>
            </a:r>
            <a:endParaRPr lang="es-ES" sz="2200" b="1" dirty="0">
              <a:solidFill>
                <a:srgbClr val="FFFFFF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D43D517-8FC4-6923-A314-A630EE20443F}"/>
              </a:ext>
            </a:extLst>
          </p:cNvPr>
          <p:cNvSpPr txBox="1"/>
          <p:nvPr/>
        </p:nvSpPr>
        <p:spPr>
          <a:xfrm>
            <a:off x="2399591" y="5307117"/>
            <a:ext cx="23275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b="1" dirty="0" smtClean="0">
                <a:solidFill>
                  <a:srgbClr val="FFFFFF"/>
                </a:solidFill>
                <a:ea typeface="Calibri"/>
                <a:cs typeface="Calibri"/>
              </a:rPr>
              <a:t>TUTOR EXPERTO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3461483-8542-2055-8860-51F94A9259DF}"/>
              </a:ext>
            </a:extLst>
          </p:cNvPr>
          <p:cNvSpPr txBox="1"/>
          <p:nvPr/>
        </p:nvSpPr>
        <p:spPr>
          <a:xfrm>
            <a:off x="7195708" y="5307116"/>
            <a:ext cx="23275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b="1" dirty="0" smtClean="0">
                <a:solidFill>
                  <a:srgbClr val="FFFFFF"/>
                </a:solidFill>
                <a:ea typeface="Calibri"/>
                <a:cs typeface="Calibri"/>
              </a:rPr>
              <a:t>TUTOR </a:t>
            </a:r>
            <a:r>
              <a:rPr lang="es-ES" b="1" dirty="0">
                <a:solidFill>
                  <a:srgbClr val="FFFFFF"/>
                </a:solidFill>
                <a:ea typeface="Calibri"/>
                <a:cs typeface="Calibri"/>
              </a:rPr>
              <a:t>TECLAB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1" y="1467309"/>
            <a:ext cx="2612571" cy="261257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918" y="1488372"/>
            <a:ext cx="2621902" cy="262190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675450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87EBF-F611-0706-2703-54E193BE0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0B351BD8-9AA8-7275-292E-39C308E39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246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0FE48-A6E2-31CE-F3AF-B7F27442F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A9359D5A-FA97-4FD3-E8CA-31A06D0FF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739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037F7-2830-AA5B-0ED4-A275D5A4C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8FA03E7-68E2-74E8-F5AE-F118948E1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086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F64BC-D744-1C24-1940-5CFE76761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D34E8FDE-44AB-A90B-8BF3-77903911A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247542"/>
      </p:ext>
    </p:extLst>
  </p:cSld>
  <p:clrMapOvr>
    <a:masterClrMapping/>
  </p:clrMapOvr>
  <p:extLst>
    <p:ext uri="{6950BFC3-D8DA-4A85-94F7-54DA5524770B}">
      <p188:commentRel xmlns=""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CA912-95FD-AD3A-356B-763D9B06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9D56F98-8F26-6B6E-3FF8-A5901D634628}"/>
              </a:ext>
            </a:extLst>
          </p:cNvPr>
          <p:cNvSpPr txBox="1"/>
          <p:nvPr/>
        </p:nvSpPr>
        <p:spPr>
          <a:xfrm>
            <a:off x="6456120" y="2169470"/>
            <a:ext cx="385155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>
                <a:solidFill>
                  <a:srgbClr val="FFFFFF"/>
                </a:solidFill>
                <a:ea typeface="Calibri"/>
                <a:cs typeface="Calibri"/>
              </a:rPr>
              <a:t>NÚMERO DE WHATSAPP</a:t>
            </a:r>
          </a:p>
        </p:txBody>
      </p:sp>
      <p:pic>
        <p:nvPicPr>
          <p:cNvPr id="7" name="Imagen 6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0E85F81D-9B16-DA70-7E0B-2C3CE59A2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2F93421-4413-B76B-F7B8-AE7F4645837D}"/>
              </a:ext>
            </a:extLst>
          </p:cNvPr>
          <p:cNvSpPr txBox="1"/>
          <p:nvPr/>
        </p:nvSpPr>
        <p:spPr>
          <a:xfrm>
            <a:off x="6456989" y="2056699"/>
            <a:ext cx="479284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 dirty="0" smtClean="0">
                <a:solidFill>
                  <a:srgbClr val="FFFFFF"/>
                </a:solidFill>
                <a:ea typeface="Calibri"/>
                <a:cs typeface="Calibri"/>
              </a:rPr>
              <a:t>+549 1124848704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2249140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659BE-CB42-4E07-E880-AA0FA5946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8486D34F-AD5F-90FB-229E-88B6A2C2A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F7C1CA0-32F9-DD5F-9435-F3576CF29FD7}"/>
              </a:ext>
            </a:extLst>
          </p:cNvPr>
          <p:cNvSpPr txBox="1"/>
          <p:nvPr/>
        </p:nvSpPr>
        <p:spPr>
          <a:xfrm>
            <a:off x="8596904" y="2981820"/>
            <a:ext cx="232755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400" b="1">
                <a:solidFill>
                  <a:srgbClr val="FFFFFF"/>
                </a:solidFill>
                <a:ea typeface="Calibri"/>
                <a:cs typeface="Calibri"/>
              </a:rPr>
              <a:t>21/10 al 14/12</a:t>
            </a:r>
            <a:endParaRPr lang="es-ES" sz="24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467" y="1959428"/>
            <a:ext cx="4105132" cy="402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72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BE6E0-6453-110E-F5FE-ACBF79D6C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E86427D2-235C-DCA9-FB62-2D0BD6BE4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E53AE4B-C02E-AEC7-DBEA-8D3A31F1E63D}"/>
              </a:ext>
            </a:extLst>
          </p:cNvPr>
          <p:cNvSpPr txBox="1"/>
          <p:nvPr/>
        </p:nvSpPr>
        <p:spPr>
          <a:xfrm>
            <a:off x="5402767" y="1990176"/>
            <a:ext cx="23275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b="1" dirty="0" smtClean="0">
                <a:solidFill>
                  <a:srgbClr val="FFFFFF"/>
                </a:solidFill>
                <a:ea typeface="Calibri"/>
                <a:cs typeface="Calibri"/>
              </a:rPr>
              <a:t>11/11</a:t>
            </a: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DE46F29-E275-D8FC-A1BD-6B7D7DC8D55D}"/>
              </a:ext>
            </a:extLst>
          </p:cNvPr>
          <p:cNvSpPr txBox="1"/>
          <p:nvPr/>
        </p:nvSpPr>
        <p:spPr>
          <a:xfrm>
            <a:off x="5402767" y="2953881"/>
            <a:ext cx="23275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b="1" dirty="0" smtClean="0">
                <a:solidFill>
                  <a:srgbClr val="FFFFFF"/>
                </a:solidFill>
                <a:ea typeface="Calibri"/>
                <a:cs typeface="Calibri"/>
              </a:rPr>
              <a:t>18/11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2D47920-0939-4875-2D09-DED10A1965F1}"/>
              </a:ext>
            </a:extLst>
          </p:cNvPr>
          <p:cNvSpPr txBox="1"/>
          <p:nvPr/>
        </p:nvSpPr>
        <p:spPr>
          <a:xfrm>
            <a:off x="5412744" y="3906382"/>
            <a:ext cx="23275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b="1" dirty="0" smtClean="0">
                <a:solidFill>
                  <a:srgbClr val="FFFFFF"/>
                </a:solidFill>
                <a:ea typeface="Calibri"/>
                <a:cs typeface="Calibri"/>
              </a:rPr>
              <a:t>25/11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D1E4165-59F9-C293-A00C-F5829F140373}"/>
              </a:ext>
            </a:extLst>
          </p:cNvPr>
          <p:cNvSpPr txBox="1"/>
          <p:nvPr/>
        </p:nvSpPr>
        <p:spPr>
          <a:xfrm>
            <a:off x="5454498" y="4870855"/>
            <a:ext cx="23275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b="1" dirty="0" smtClean="0">
                <a:solidFill>
                  <a:srgbClr val="FFFFFF"/>
                </a:solidFill>
                <a:ea typeface="Calibri"/>
                <a:cs typeface="Calibri"/>
              </a:rPr>
              <a:t>2/12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7793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F6A25-9F56-E104-C5C7-2969B7660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1E8741FF-EC8C-452A-4677-8F4692F5B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538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EA49C-6814-4986-9091-1F10B0397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0A5BFEC-9B7A-9214-93E9-E51FC279D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4973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171f69-8dd9-4754-98cd-3b17b6375ab6">
      <UserInfo>
        <DisplayName>Lara Reynoso</DisplayName>
        <AccountId>26208</AccountId>
        <AccountType/>
      </UserInfo>
    </SharedWithUsers>
    <_activity xmlns="2caba571-95c3-43a7-a31f-14331c3f346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FC3E21CD0FEB84BA031F5B485849E66" ma:contentTypeVersion="15" ma:contentTypeDescription="Crear nuevo documento." ma:contentTypeScope="" ma:versionID="045cac279e2627bf019e11093e16e357">
  <xsd:schema xmlns:xsd="http://www.w3.org/2001/XMLSchema" xmlns:xs="http://www.w3.org/2001/XMLSchema" xmlns:p="http://schemas.microsoft.com/office/2006/metadata/properties" xmlns:ns3="2caba571-95c3-43a7-a31f-14331c3f346f" xmlns:ns4="73171f69-8dd9-4754-98cd-3b17b6375ab6" targetNamespace="http://schemas.microsoft.com/office/2006/metadata/properties" ma:root="true" ma:fieldsID="7bc4dbfc0968908f2ebdbced8041bd36" ns3:_="" ns4:_="">
    <xsd:import namespace="2caba571-95c3-43a7-a31f-14331c3f346f"/>
    <xsd:import namespace="73171f69-8dd9-4754-98cd-3b17b6375ab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SystemTag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aba571-95c3-43a7-a31f-14331c3f34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171f69-8dd9-4754-98cd-3b17b6375ab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20BE3F-93E5-422B-B30F-8ADD37162FB7}">
  <ds:schemaRefs>
    <ds:schemaRef ds:uri="73171f69-8dd9-4754-98cd-3b17b6375ab6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2caba571-95c3-43a7-a31f-14331c3f346f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DD9266C-3B89-4170-936D-B177935F2D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9C3B9F-6EBA-4233-86DF-1B16BBC39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aba571-95c3-43a7-a31f-14331c3f346f"/>
    <ds:schemaRef ds:uri="73171f69-8dd9-4754-98cd-3b17b6375a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29</Words>
  <Application>Microsoft Office PowerPoint</Application>
  <PresentationFormat>Panorámica</PresentationFormat>
  <Paragraphs>13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Teclab1</dc:creator>
  <cp:lastModifiedBy>Andres Escuadra</cp:lastModifiedBy>
  <cp:revision>34</cp:revision>
  <dcterms:created xsi:type="dcterms:W3CDTF">2023-12-20T19:01:17Z</dcterms:created>
  <dcterms:modified xsi:type="dcterms:W3CDTF">2025-10-23T19:32:59Z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0x0101005FC3E21CD0FEB84BA031F5B485849E66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_activity">
    <vt:lpwstr>{"FileActivityType":"9","FileActivityTimeStamp":"2025-02-13T14:37:01.490Z","FileActivityUsersOnPage":[{"DisplayName":"Agustina Silnik","Id":"agustina.silnik@teclab.edu.ar"},{"DisplayName":"Yudithvana Barrios","Id":"yudithvana.barrios@teclab.edu.ar"}],"Fil</vt:lpwstr>
  </property>
  <property fmtid="{D5CDD505-2E9C-101B-9397-08002B2CF9AE}" pid="7" name="TriggerFlowInfo">
    <vt:lpwstr/>
  </property>
</Properties>
</file>